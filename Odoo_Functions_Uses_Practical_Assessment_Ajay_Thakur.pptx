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2B8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440680"/>
            <a:ext cx="3840480" cy="73152"/>
          </a:xfrm>
          <a:prstGeom prst="rect">
            <a:avLst/>
          </a:prstGeom>
          <a:solidFill>
            <a:srgbClr val="2B8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515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Odoo Functional Workflow</a:t>
            </a:r>
          </a:p>
          <a:p>
            <a:pPr>
              <a:defRPr sz="2600">
                <a:solidFill>
                  <a:srgbClr val="DADEE9"/>
                </a:solidFill>
              </a:defRPr>
            </a:pPr>
            <a:r>
              <a:t>Functions, Uses &amp; Practical 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9875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EC5D6"/>
                </a:solidFill>
              </a:defRPr>
            </a:pPr>
            <a:r>
              <a:t>Sales  •  CRM  •  Purchase  •  Inventory  •  Accounting  •  HR  •  Contacts</a:t>
            </a:r>
          </a:p>
          <a:p>
            <a:pPr>
              <a:defRPr sz="1300">
                <a:solidFill>
                  <a:srgbClr val="AAB2C6"/>
                </a:solidFill>
              </a:defRPr>
            </a:pPr>
            <a:r>
              <a:t>Practical demonstration based on the provided Odoo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Prepared by: Ajay Thakur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5669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C5D6"/>
                </a:solidFill>
              </a:defRPr>
            </a:pPr>
            <a:r>
              <a:t>Odoo Functional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1F30"/>
                </a:solidFill>
              </a:defRPr>
            </a:pPr>
            <a:r>
              <a:t>What this presentation demonstrates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1427A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F30"/>
                </a:solidFill>
              </a:defRPr>
            </a:pPr>
            <a:r>
              <a:t>Master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73352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3C48"/>
                </a:solidFill>
              </a:defRPr>
            </a:pPr>
            <a:r>
              <a:t>Company, contacts, product categories, products and employees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780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1427A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3230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F30"/>
                </a:solidFill>
              </a:defRPr>
            </a:pPr>
            <a:r>
              <a:t>Sales &amp; 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32304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3C48"/>
                </a:solidFill>
              </a:defRPr>
            </a:pPr>
            <a:r>
              <a:t>Lead → opportunity → quotation → sales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18104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3697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1427A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9125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F30"/>
                </a:solidFill>
              </a:defRPr>
            </a:pPr>
            <a:r>
              <a:t>Purchase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91256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3C48"/>
                </a:solidFill>
              </a:defRPr>
            </a:pPr>
            <a:r>
              <a:t>RFQ, purchase order and supplier transactions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77056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959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1427A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502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F30"/>
                </a:solidFill>
              </a:defRPr>
            </a:pPr>
            <a:r>
              <a:t>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950208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3C48"/>
                </a:solidFill>
              </a:defRPr>
            </a:pPr>
            <a:r>
              <a:t>Product movement and delivery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36008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1427A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091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F30"/>
                </a:solidFill>
              </a:defRPr>
            </a:pPr>
            <a:r>
              <a:t>Accounting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709160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3C48"/>
                </a:solidFill>
              </a:defRPr>
            </a:pPr>
            <a:r>
              <a:t>Customer invoices, payments, vendor bills, credit notes and payments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9496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13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1427A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46811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F30"/>
                </a:solidFill>
              </a:defRPr>
            </a:pPr>
            <a:r>
              <a:t>Business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468112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3C48"/>
                </a:solidFill>
              </a:defRPr>
            </a:pPr>
            <a:r>
              <a:t>Centralized data, traceability, automation and integrated workflows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Company Setup &amp; General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01. Company Setup &amp; General Settings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25547"/>
            <a:ext cx="8183879" cy="36732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Configure the company profile, address, GSTIN, currency, email domain and company branding.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Establishes the organization master data used across Sales, Purchase, Accounting and other Odoo apps.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Customer / Contact Creation – Tech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02. Customer / Contact Creation – Tech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6870"/>
            <a:ext cx="8183879" cy="363060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Create a company contact with address, phone, email and GST-related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Maintains customer master data and provides a single contact record for CRM, Sales and Accounting.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Vendor / Contact Creation – L.C Global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03. Vendor / Contact Creation – L.C Global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50680"/>
            <a:ext cx="8183879" cy="26229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Store supplier information such as address, phone, email and GST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Provides vendor master data for RFQs, purchase orders, bills and vendor payments.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Contacts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04. Contacts 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63995"/>
            <a:ext cx="8183879" cy="25963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View and manage all customers, vendors and other contacts in one 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Quickly search, open and maintain business partners used by multiple Odoo modules.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Product Category – Furniture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05. Product Category – Furniture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product_catag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5082"/>
            <a:ext cx="8183879" cy="34541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Create a product category and configure logistics, costing and account properties.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Groups products and helps apply consistent inventory valuation and accounting settings.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Product Master –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06. Product Master – Laptop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23259"/>
            <a:ext cx="8183879" cy="32778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Define a sellable/purchasable product, price, cost, taxes and category.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Creates the product master used in quotations, sales orders, invoices, inventory and purchasing.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Product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07. Product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all_produc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49745"/>
            <a:ext cx="8183879" cy="24248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View products in a searchable list/kanban-style screen with prices.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Gives users a quick overview of available products and supports faster product selection.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Purchase – Request for Quotation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08. Purchase – Request for Quotation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purch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16096"/>
            <a:ext cx="8183879" cy="20921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Create an RFQ for a supplier with products, quantities, prices and purchase taxes.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Starts the procure-to-pay process and can be confirmed into a Purchase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Employee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09. Employee 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employ_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1336"/>
            <a:ext cx="8183879" cy="36816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Create an employee profile with work email, phone, department, manager and job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Centralizes employee records and supports HR organization, reporting and employee workflows.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CRM – Lead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10. CRM – Lead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creat_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1114"/>
            <a:ext cx="8183878" cy="34221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Capture a sales lead with company, contact, email, phone, salesperson and priority.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Records a potential customer requirement before it becomes a qualified opportunity.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CRM – Convert Lead to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11. CRM – Convert Lead to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convert_ope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7629"/>
            <a:ext cx="8183879" cy="47090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Convert a lead into an opportunity and assign the salesperson/team.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Moves a potential requirement into the sales pipeline for qualification and follow-up.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Sales – Quotation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12. Sales – Quotation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2660"/>
            <a:ext cx="8183879" cy="33590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Create a quotation with customer, products, quantities, prices, taxes and payment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Sends a formal commercial offer that can be confirmed as a Sales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Quotation Document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13. Quotation Document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1466"/>
            <a:ext cx="8183879" cy="456141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Configure the quotation report layout, logo, address, colors, tagline and footer.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Produces professional customer-facing PDF documents with company branding.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Inventory – Delivery Validation &amp; 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14. Inventory – Delivery Validation &amp; SMS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21" y="1261872"/>
            <a:ext cx="7867476" cy="4800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Validate an outgoing delivery and manage the SMS confirmation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Confirms that products are ready to be delivered and records the delivery operation in inventory.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CRM – Won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15. CRM – Won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11" y="1261872"/>
            <a:ext cx="7518496" cy="4800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Track the opportunity after successful conversion, with expected revenue and 100% probability.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Marks a successful sales pipeline outcome and links the opportunity to the customer.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Accounting – Customer Invoice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16. Accounting – Customer Invoice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42812"/>
            <a:ext cx="8183879" cy="363871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Register a payment against a posted customer invoice using a selected journal and payment method.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Records money received and changes the invoice/payment status to reflect settlement.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Accounting – Vendor Credit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17. Accounting – Vendor Credit Note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77572"/>
            <a:ext cx="8183879" cy="35691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Create/post a vendor credit note or reversal related to a supplier bill.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Corrects supplier billing transactions and creates the accounting trail for refunds/reversals.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Accounting – Vendor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18. Accounting – Vendor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5006"/>
            <a:ext cx="8183878" cy="36143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Record a vendor payment with journal, payment method, amount, date and memo.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Records money paid to a supplier and updates the bill/payment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Vendor Payment Record – PAY00002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19. Vendor Payment Record – PAY00002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22562"/>
            <a:ext cx="8183879" cy="34792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View a completed vendor payment with supplier, amount, date, journal and payment method.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Provides an auditable payment record linked to the vendor bill.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ODOO FUNCTIONAL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Vendor Payments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75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F30"/>
                </a:solidFill>
              </a:defRPr>
            </a:pPr>
            <a:r>
              <a:t>20. Vendor Payments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818387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29022"/>
            <a:ext cx="8183879" cy="12662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15400" y="1261872"/>
            <a:ext cx="27432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427A"/>
                </a:solidFill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019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Function: View vendor payments in a list with date, number, journal, vendor, amount and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8B99"/>
                </a:solidFill>
              </a:defRPr>
            </a:pPr>
            <a:r>
              <a:t>BUSINESS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73C48"/>
                </a:solidFill>
              </a:defRPr>
            </a:pPr>
            <a:r>
              <a:t>Use: Supports payment tracking, reconciliation and accounting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0EB"/>
                </a:solidFill>
              </a:defRPr>
            </a:pPr>
            <a: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How the Odoo functions 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Master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075688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5D6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02996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CRM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2075688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5D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2996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075688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5D6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2024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02996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Quotation / Sales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4612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35584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3401568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5D6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24612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35584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Customer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3401568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5D6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46120"/>
            <a:ext cx="2240280" cy="621792"/>
          </a:xfrm>
          <a:prstGeom prst="roundRect">
            <a:avLst/>
          </a:prstGeom>
          <a:solidFill>
            <a:srgbClr val="71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335584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401568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C5D6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3246120"/>
            <a:ext cx="2240280" cy="621792"/>
          </a:xfrm>
          <a:prstGeom prst="roundRect">
            <a:avLst/>
          </a:prstGeom>
          <a:solidFill>
            <a:srgbClr val="2B8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335584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Purchase / Vendor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04320" y="3246120"/>
            <a:ext cx="2240280" cy="621792"/>
          </a:xfrm>
          <a:prstGeom prst="roundRect">
            <a:avLst/>
          </a:prstGeom>
          <a:solidFill>
            <a:srgbClr val="2B8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77472" y="3355848"/>
            <a:ext cx="2093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Vendor Bill &amp;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8920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7DCE8"/>
                </a:solidFill>
              </a:defRPr>
            </a:pPr>
            <a:r>
              <a:t>Key takeaway: Odoo integrates customer, product, sales, inventory, purchasing, HR and accounting data so that one business transaction can be traced across the complete process.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510528"/>
            <a:ext cx="11411712" cy="13716"/>
          </a:xfrm>
          <a:prstGeom prst="rect">
            <a:avLst/>
          </a:prstGeom>
          <a:solidFill>
            <a:srgbClr val="E1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565392"/>
            <a:ext cx="114117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E7D"/>
                </a:solidFill>
              </a:defRPr>
            </a:pPr>
            <a:r>
              <a:t>Prepared for Odoo Functional Learning &amp; Practical Assessment  •  Slide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